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Network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Modular Assignment 4</a:t>
            </a:r>
          </a:p>
          <a:p>
            <a:pPr>
              <a:spcAft>
                <a:spcPts val="1200"/>
              </a:spcAft>
              <a:defRPr sz="2000"/>
            </a:pPr>
            <a:r>
              <a:t>Detection, analysis and mitigation of common network threats</a:t>
            </a:r>
          </a:p>
          <a:p>
            <a:pPr>
              <a:spcAft>
                <a:spcPts val="1200"/>
              </a:spcAft>
              <a:defRPr sz="2000"/>
            </a:pPr>
            <a:r>
              <a:t>Prepared by Nitesh Vishwakarma</a:t>
            </a:r>
          </a:p>
          <a:p>
            <a:pPr>
              <a:spcAft>
                <a:spcPts val="1200"/>
              </a:spcAft>
              <a:defRPr sz="2000"/>
            </a:pPr>
            <a:r>
              <a:t>Controlled / simulated lab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1. Scope and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Enterprise-style network with perimeter firewall, internal hosts, VPN access and monitoring.</a:t>
            </a:r>
          </a:p>
          <a:p>
            <a:pPr>
              <a:spcAft>
                <a:spcPts val="1200"/>
              </a:spcAft>
              <a:defRPr sz="2000"/>
            </a:pPr>
            <a:r>
              <a:t>Threats: reconnaissance, TCP SYN flooding, spoofing, DDoS, botnet/C2 activity and unauthorized remote access.</a:t>
            </a:r>
          </a:p>
          <a:p>
            <a:pPr>
              <a:spcAft>
                <a:spcPts val="1200"/>
              </a:spcAft>
              <a:defRPr sz="2000"/>
            </a:pPr>
            <a:r>
              <a:t>Security objectives: confidentiality, integrity, availability and traceable security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2. Network Analysis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Ping — reachability and latency.</a:t>
            </a:r>
          </a:p>
          <a:p>
            <a:pPr>
              <a:spcAft>
                <a:spcPts val="1200"/>
              </a:spcAft>
              <a:defRPr sz="2000"/>
            </a:pPr>
            <a:r>
              <a:t>Nmap — authorized service/port discovery.</a:t>
            </a:r>
          </a:p>
          <a:p>
            <a:pPr>
              <a:spcAft>
                <a:spcPts val="1200"/>
              </a:spcAft>
              <a:defRPr sz="2000"/>
            </a:pPr>
            <a:r>
              <a:t>Traceroute — route-path visibility.</a:t>
            </a:r>
          </a:p>
          <a:p>
            <a:pPr>
              <a:spcAft>
                <a:spcPts val="1200"/>
              </a:spcAft>
              <a:defRPr sz="2000"/>
            </a:pPr>
            <a:r>
              <a:t>Wireshark + tcpdump — packet-level evidence and protocol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3. Reconnaissance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Controlled localhost examples demonstrate service discovery without scanning public systems.</a:t>
            </a:r>
          </a:p>
          <a:p>
            <a:pPr>
              <a:spcAft>
                <a:spcPts val="1200"/>
              </a:spcAft>
              <a:defRPr sz="2000"/>
            </a:pPr>
            <a:r>
              <a:t>Open ports should be compared with the intended application architecture.</a:t>
            </a:r>
          </a:p>
          <a:p>
            <a:pPr>
              <a:spcAft>
                <a:spcPts val="1200"/>
              </a:spcAft>
              <a:defRPr sz="2000"/>
            </a:pPr>
            <a:r>
              <a:t>Defense: minimize exposed services, segment networks, restrict management access and monitor scanning.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4. TCP SYN Flood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Large numbers of SYN requests can leave many incomplete TCP connection states.</a:t>
            </a:r>
          </a:p>
          <a:p>
            <a:pPr>
              <a:spcAft>
                <a:spcPts val="1200"/>
              </a:spcAft>
              <a:defRPr sz="2000"/>
            </a:pPr>
            <a:r>
              <a:t>Indicators: abnormal SYN rate, high half-open connections, source diversity and service degradation.</a:t>
            </a:r>
          </a:p>
          <a:p>
            <a:pPr>
              <a:spcAft>
                <a:spcPts val="1200"/>
              </a:spcAft>
              <a:defRPr sz="2000"/>
            </a:pPr>
            <a:r>
              <a:t>Defense: rate limiting, SYN protection, IDS/IPS alerting and upstream DDoS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5. Blind Spoofing and ICMP Abuse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Blind spoofing uses forged source information and can support reflection or bypass source-based trust.</a:t>
            </a:r>
          </a:p>
          <a:p>
            <a:pPr>
              <a:spcAft>
                <a:spcPts val="1200"/>
              </a:spcAft>
              <a:defRPr sz="2000"/>
            </a:pPr>
            <a:r>
              <a:t>ICMP floods can consume bandwidth and processing resources.</a:t>
            </a:r>
          </a:p>
          <a:p>
            <a:pPr>
              <a:spcAft>
                <a:spcPts val="1200"/>
              </a:spcAft>
              <a:defRPr sz="2000"/>
            </a:pPr>
            <a:r>
              <a:t>Defense: ingress/egress anti-spoofing controls, rate limits and traffic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6. DDoS, Botnets and Crimeware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DDoS may originate from many distributed systems and target bandwidth or service capacity.</a:t>
            </a:r>
          </a:p>
          <a:p>
            <a:pPr>
              <a:spcAft>
                <a:spcPts val="1200"/>
              </a:spcAft>
              <a:defRPr sz="2000"/>
            </a:pPr>
            <a:r>
              <a:t>Botnet indicators include repeated outbound connections, unusual DNS activity and beacon-like patterns.</a:t>
            </a:r>
          </a:p>
          <a:p>
            <a:pPr>
              <a:spcAft>
                <a:spcPts val="1200"/>
              </a:spcAft>
              <a:defRPr sz="2000"/>
            </a:pPr>
            <a:r>
              <a:t>Defense: upstream filtering, segmentation, endpoint isolation, egress controls and IDS/IPS.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7. Practical Defenses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Firewall: least privilege, rate limiting and logging.</a:t>
            </a:r>
          </a:p>
          <a:p>
            <a:pPr>
              <a:spcAft>
                <a:spcPts val="1200"/>
              </a:spcAft>
              <a:defRPr sz="2000"/>
            </a:pPr>
            <a:r>
              <a:t>VPN: authenticated access, restricted routes, secure configuration and monitoring.</a:t>
            </a:r>
          </a:p>
          <a:p>
            <a:pPr>
              <a:spcAft>
                <a:spcPts val="1200"/>
              </a:spcAft>
              <a:defRPr sz="2000"/>
            </a:pPr>
            <a:r>
              <a:t>IDS/IPS: detect abnormal SYN/ICMP patterns and correlate with host telemetry.</a:t>
            </a:r>
          </a:p>
          <a:p>
            <a:pPr>
              <a:spcAft>
                <a:spcPts val="1200"/>
              </a:spcAft>
              <a:defRPr sz="2000"/>
            </a:pPr>
            <a:r>
              <a:t>Operations: patching, rule reviews, alert tuning and incident-response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8.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Package includes ping, Nmap, traceroute, Wireshark/tcpdump analysis notes, IDS-style alerts and Zeek-style logs.</a:t>
            </a:r>
          </a:p>
          <a:p>
            <a:pPr>
              <a:spcAft>
                <a:spcPts val="1200"/>
              </a:spcAft>
              <a:defRPr sz="2000"/>
            </a:pPr>
            <a:r>
              <a:t>Evidence marked simulated is intentionally not presented as a real-world attack.</a:t>
            </a:r>
          </a:p>
          <a:p>
            <a:pPr>
              <a:spcAft>
                <a:spcPts val="1200"/>
              </a:spcAft>
              <a:defRPr sz="2000"/>
            </a:pPr>
            <a:r>
              <a:t>Architecture diagram shows firewall, VPN, IDS/IPS and monitoring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9.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Maintain a documented network baseline and investigate significant deviations.</a:t>
            </a:r>
          </a:p>
          <a:p>
            <a:pPr>
              <a:spcAft>
                <a:spcPts val="1200"/>
              </a:spcAft>
              <a:defRPr sz="2000"/>
            </a:pPr>
            <a:r>
              <a:t>Review firewall/VPN rules regularly and remove unnecessary exposure.</a:t>
            </a:r>
          </a:p>
          <a:p>
            <a:pPr>
              <a:spcAft>
                <a:spcPts val="1200"/>
              </a:spcAft>
              <a:defRPr sz="2000"/>
            </a:pPr>
            <a:r>
              <a:t>Correlate network, endpoint and application telemetry.</a:t>
            </a:r>
          </a:p>
          <a:p>
            <a:pPr>
              <a:spcAft>
                <a:spcPts val="1200"/>
              </a:spcAft>
              <a:defRPr sz="2000"/>
            </a:pPr>
            <a:r>
              <a:t>Use only authorized environments for security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layered workflow combines threat modeling, packet visibility, detection rules and preventive controls.</a:t>
            </a:r>
          </a:p>
          <a:p>
            <a:pPr>
              <a:spcAft>
                <a:spcPts val="1200"/>
              </a:spcAft>
              <a:defRPr sz="2000"/>
            </a:pPr>
            <a:r>
              <a:t>The deliverables demonstrate the assignment requirements while keeping practical testing within controlled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MA4 • Network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